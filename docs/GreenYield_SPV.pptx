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 tokenize the solar-plus-battery plants that power AI data centres and use Chainlink CRE to verify every hour of clean energy against physics before investors get paid.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Data-centre power demand is exploding with AI. Annual matching lets fossil power at night hide behind solar at noon. 24/7 matching closes that gap, and it needs batteries.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Hotels do not own their buildings, airlines do not own their planes. Same structure for green assets. The weak point is the operator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seven steps. Emphasise that every step is a CRE capability and the workflow is the orchestration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7 and 8 are the hourly 24/7 rules. Only one scalar from the LLM crosses DON consensus.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evidence log. Weather is real; operator and meter are mocked for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clean-hour bitmask is written on-chain with period start, CFE basis points and matched MWh.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workflow/main.ts line references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to the 40% blockchain judging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F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TOKEN2049 ORIGINS · BEST WORKFLOW WITH CHAINLINK CRE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GreenYield SPV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CRE as the trustee for the clean power that runs AI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needs 24/7 power. 24/7 power needs capital. Capital needs trust.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F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CRE provides the trust.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github.com/NekoBite/ChainlinkSgGreen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GPUs never sleep, but green certificates 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6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h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centres run GPUs around the clock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9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year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green certificates are settled annually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proof that night-time power was clean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29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centre can run on fossil power all night and "offset" it with solar bought at noon. Buyers are moving to 24/7 carbon-free energy: every hour matched with clean power on the same grid.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 the plants, like a REIT owns a hotel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11480" cy="411480"/>
          </a:xfrm>
          <a:prstGeom prst="ellipse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maintains the solar + battery plant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463040"/>
            <a:ext cx="411480" cy="411480"/>
          </a:xfrm>
          <a:prstGeom prst="ellipse">
            <a:avLst/>
          </a:prstGeom>
          <a:solidFill>
            <a:srgbClr val="1F7A52"/>
          </a:solidFill>
          <a:ln w="12700">
            <a:solidFill>
              <a:srgbClr val="1F7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SPV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plant and its revenue rights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463040"/>
            <a:ext cx="411480" cy="411480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holders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SPV and receive the revenue in USDC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429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problem: the operator reports the numbers. Who checks them before investors are paid?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 is the SPV's independent trustee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SPV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read: capacity, battery, GPS, escrow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claims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telemetry + independent meter (HTTP, median consensus)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sunlight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hourly irradiance for the site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physics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deterministic rules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03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0–100 trust score via Confidential HTTP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28803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320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24/7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3703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 vs a 15 MW AI data centre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8803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DCEFE5"/>
          </a:solidFill>
          <a:ln w="12700">
            <a:solidFill>
              <a:srgbClr val="DCEF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on-chain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703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holders + certificate, or record rejection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29718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cron (daily) and EVM log (operator deposits revenue → settle immediately)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physics rules no operator can argue with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43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is the limit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430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143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electron, one place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battery cannot create energy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meter is the referee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974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697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within battery rating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26974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697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within battery rating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4747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474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sun, no solar (hourly)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34747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4747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474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 within its sunlight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code, not AI opinion. The LLM returns one number and never has the final say.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workflow, two operators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lies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1,409 MWh, incl. solar at 2 a.m.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8 rules broken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USDC released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clean hours certified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DCEFE5"/>
          </a:solidFill>
          <a:ln w="12700">
            <a:solidFill>
              <a:srgbClr val="DCEF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is honest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783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468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MWh: 210 sold, 160 stored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8 rules pass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24,222 USDC to token holders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61.1% of hours certified clean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Open-Meteo data for Lopburi, Thailand · CRE CLI simulation, 7 Oct 2026 · rejection also broadcast to Sepolia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24/7 certificate stamped with time and place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331720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001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59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85900" y="2331720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717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14600" y="2331720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575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433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43300" y="2331720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62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9100" y="1463040"/>
            <a:ext cx="301752" cy="822960"/>
          </a:xfrm>
          <a:prstGeom prst="rect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463040"/>
            <a:ext cx="301752" cy="822960"/>
          </a:xfrm>
          <a:prstGeom prst="rect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2331720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14900" y="1463040"/>
            <a:ext cx="301752" cy="822960"/>
          </a:xfrm>
          <a:prstGeom prst="rect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1463040"/>
            <a:ext cx="301752" cy="822960"/>
          </a:xfrm>
          <a:prstGeom prst="rect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00700" y="1463040"/>
            <a:ext cx="301752" cy="822960"/>
          </a:xfrm>
          <a:prstGeom prst="rect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00700" y="2331720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463040"/>
            <a:ext cx="301752" cy="822960"/>
          </a:xfrm>
          <a:prstGeom prst="rect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6500" y="1463040"/>
            <a:ext cx="301752" cy="822960"/>
          </a:xfrm>
          <a:prstGeom prst="rect">
            <a:avLst/>
          </a:prstGeom>
          <a:solidFill>
            <a:srgbClr val="D7E0DA"/>
          </a:solidFill>
          <a:ln w="12700">
            <a:solidFill>
              <a:srgbClr val="D7E0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1463040"/>
            <a:ext cx="301752" cy="82296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2331720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72300" y="1463040"/>
            <a:ext cx="301752" cy="82296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1463040"/>
            <a:ext cx="301752" cy="82296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58100" y="1463040"/>
            <a:ext cx="301752" cy="82296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58100" y="2331720"/>
            <a:ext cx="30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01000" y="1463040"/>
            <a:ext cx="301752" cy="82296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43900" y="1463040"/>
            <a:ext cx="301752" cy="82296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by day</a:t>
            </a:r>
            <a:pPr indent="0" marL="0">
              <a:buNone/>
            </a:pPr>
            <a:r>
              <a:rPr lang="en-US" sz="13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3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after sunset</a:t>
            </a:r>
            <a:pPr indent="0" marL="0">
              <a:buNone/>
            </a:pPr>
            <a:r>
              <a:rPr lang="en-US" sz="13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300" b="1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61.1%</a:t>
            </a:r>
            <a:endParaRPr lang="en-US" sz="28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carbon-free, hour by hour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24612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220.1 MWh</a:t>
            </a:r>
            <a:endParaRPr lang="en-US" sz="2800" dirty="0"/>
          </a:p>
        </p:txBody>
      </p:sp>
      <p:sp>
        <p:nvSpPr>
          <p:cNvPr id="39" name="Text 37"/>
          <p:cNvSpPr txBox="1"/>
          <p:nvPr/>
        </p:nvSpPr>
        <p:spPr>
          <a:xfrm>
            <a:off x="324612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a 15 MW AI data centre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03504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TH-EGAT-Central</a:t>
            </a:r>
            <a:endParaRPr lang="en-US" sz="28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region + GPS on-chain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epochs earn a certificate. Any protocol can read it: green-loan collateral, ESG proof, green bonds.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 is the orchestration layer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 capability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5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trigger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settlement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EVM log trigger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RevenueEscrowed → settle instantly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EVM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getSPV(): capacity, location, escrow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+ consensus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Telemetry, meter, Open-Meteo (median)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 HTTP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key injected from Vault DON in the enclave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+ EVM write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KeystoneForwarder → GreenYieldHub.onReport()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has to be on-chain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only CRE can release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locked until a forwarder-signed report verifies it; replays are refused.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global ownership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SPVToken holders accrue USDC pro-rata and pull it with claim().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nobody can inflate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29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immutable, composable by any DeFi or ESG protocol.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are recorded too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429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fraud attempt leaves an evidence hash on-chain.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needs 24/7 power.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needs capital.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needs trust.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FD9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Chainlink CRE provides the trust.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github.com/NekoBite/ChainlinkSgGreen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on Sepolia: 0xa987b3279C86aF07396209Be3197c57af70ebB74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deploy to a CRE DON · real utility meter API · Confidential Workflows (TEE) for raw meter 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Yield">
  <a:themeElements>
    <a:clrScheme name="GreenYield">
      <a:dk1>
        <a:srgbClr val="14211B"/>
      </a:dk1>
      <a:lt1>
        <a:srgbClr val="FFFFFF"/>
      </a:lt1>
      <a:dk2>
        <a:srgbClr val="0F2A20"/>
      </a:dk2>
      <a:lt2>
        <a:srgbClr val="EEF4F0"/>
      </a:lt2>
      <a:accent1>
        <a:srgbClr val="1F7A52"/>
      </a:accent1>
      <a:accent2>
        <a:srgbClr val="D99A1E"/>
      </a:accent2>
      <a:accent3>
        <a:srgbClr val="2F6FB3"/>
      </a:accent3>
      <a:accent4>
        <a:srgbClr val="C2412D"/>
      </a:accent4>
      <a:accent5>
        <a:srgbClr val="5C6E65"/>
      </a:accent5>
      <a:accent6>
        <a:srgbClr val="97BC62"/>
      </a:accent6>
      <a:hlink>
        <a:srgbClr val="1F7A52"/>
      </a:hlink>
      <a:folHlink>
        <a:srgbClr val="5C6E65"/>
      </a:folHlink>
    </a:clrScheme>
    <a:fontScheme name="GreenYie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GreenYield SPV</dc:title>
  <dc:subject>PptxGenJS Presentation</dc:subject>
  <dc:creator>PptxGenJS</dc:creator>
  <cp:lastModifiedBy>PptxGenJS</cp:lastModifiedBy>
  <cp:revision>1</cp:revision>
  <dcterms:created xsi:type="dcterms:W3CDTF">2026-10-07T09:52:57Z</dcterms:created>
  <dcterms:modified xsi:type="dcterms:W3CDTF">2026-10-07T09:52:57Z</dcterms:modified>
</cp:coreProperties>
</file>